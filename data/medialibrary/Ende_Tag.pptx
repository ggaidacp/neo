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0902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273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8518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/>
          <p:cNvSpPr>
            <a:spLocks/>
          </p:cNvSpPr>
          <p:nvPr userDrawn="1"/>
        </p:nvSpPr>
        <p:spPr bwMode="auto">
          <a:xfrm>
            <a:off x="-9282" y="1312863"/>
            <a:ext cx="10233743" cy="2342392"/>
          </a:xfrm>
          <a:custGeom>
            <a:avLst/>
            <a:gdLst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4" fmla="*/ 0 w 6588225"/>
              <a:gd name="connsiteY4" fmla="*/ 21429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5" fmla="*/ 91440 w 6588225"/>
              <a:gd name="connsiteY5" fmla="*/ 30573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0" fmla="*/ 0 w 8786822"/>
              <a:gd name="connsiteY0" fmla="*/ 0 h 2179420"/>
              <a:gd name="connsiteX1" fmla="*/ 8593532 w 8786822"/>
              <a:gd name="connsiteY1" fmla="*/ 5892 h 2179420"/>
              <a:gd name="connsiteX2" fmla="*/ 8786822 w 8786822"/>
              <a:gd name="connsiteY2" fmla="*/ 208756 h 2179420"/>
              <a:gd name="connsiteX3" fmla="*/ 8786822 w 8786822"/>
              <a:gd name="connsiteY3" fmla="*/ 2179420 h 2179420"/>
              <a:gd name="connsiteX0" fmla="*/ 0 w 8786822"/>
              <a:gd name="connsiteY0" fmla="*/ 5892 h 2173528"/>
              <a:gd name="connsiteX1" fmla="*/ 8593532 w 8786822"/>
              <a:gd name="connsiteY1" fmla="*/ 0 h 2173528"/>
              <a:gd name="connsiteX2" fmla="*/ 8786822 w 8786822"/>
              <a:gd name="connsiteY2" fmla="*/ 202864 h 2173528"/>
              <a:gd name="connsiteX3" fmla="*/ 8786822 w 8786822"/>
              <a:gd name="connsiteY3" fmla="*/ 2173528 h 2173528"/>
              <a:gd name="connsiteX0" fmla="*/ 0 w 8792278"/>
              <a:gd name="connsiteY0" fmla="*/ 0 h 2173528"/>
              <a:gd name="connsiteX1" fmla="*/ 8598988 w 8792278"/>
              <a:gd name="connsiteY1" fmla="*/ 0 h 2173528"/>
              <a:gd name="connsiteX2" fmla="*/ 8792278 w 8792278"/>
              <a:gd name="connsiteY2" fmla="*/ 202864 h 2173528"/>
              <a:gd name="connsiteX3" fmla="*/ 8792278 w 8792278"/>
              <a:gd name="connsiteY3" fmla="*/ 2173528 h 217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2278" h="2173528">
                <a:moveTo>
                  <a:pt x="0" y="0"/>
                </a:moveTo>
                <a:lnTo>
                  <a:pt x="8598988" y="0"/>
                </a:lnTo>
                <a:cubicBezTo>
                  <a:pt x="8712326" y="0"/>
                  <a:pt x="8792278" y="83753"/>
                  <a:pt x="8792278" y="202864"/>
                </a:cubicBezTo>
                <a:lnTo>
                  <a:pt x="8792278" y="2173528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1475" y="3027602"/>
            <a:ext cx="8113051" cy="615553"/>
          </a:xfr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67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Untertitel einfügen</a:t>
            </a:r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360000" y="1312863"/>
            <a:ext cx="8124525" cy="2342392"/>
          </a:xfrm>
        </p:spPr>
        <p:txBody>
          <a:bodyPr lIns="0" bIns="567000" anchor="b">
            <a:noAutofit/>
          </a:bodyPr>
          <a:lstStyle>
            <a:lvl1pPr>
              <a:defRPr sz="4800"/>
            </a:lvl1pPr>
          </a:lstStyle>
          <a:p>
            <a:r>
              <a:rPr lang="de-DE" dirty="0"/>
              <a:t>Titel einfügen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244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7" y="1304924"/>
            <a:ext cx="11450168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826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951" y="1304924"/>
            <a:ext cx="561769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392177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203950" y="1304925"/>
            <a:ext cx="5616575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334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8000" y="1304928"/>
            <a:ext cx="3636000" cy="496887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8184525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97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Rei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7" y="1304925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7" y="3897800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6" y="3895023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6204013" y="3895023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5"/>
          </p:nvPr>
        </p:nvSpPr>
        <p:spPr>
          <a:xfrm>
            <a:off x="6204013" y="1304925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35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Inhalt 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371477" y="1304925"/>
            <a:ext cx="11449048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118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7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" y="190735"/>
            <a:ext cx="11798083" cy="946619"/>
          </a:xfrm>
          <a:prstGeom prst="round1Rect">
            <a:avLst>
              <a:gd name="adj" fmla="val 19081"/>
            </a:avLst>
          </a:prstGeom>
          <a:solidFill>
            <a:schemeClr val="bg1"/>
          </a:solidFill>
          <a:ln>
            <a:noFill/>
          </a:ln>
        </p:spPr>
        <p:txBody>
          <a:bodyPr lIns="135000" tIns="35100"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60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145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517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  <a:prstGeom prst="rect">
            <a:avLst/>
          </a:prstGeom>
        </p:spPr>
        <p:txBody>
          <a:bodyPr vert="horz" wrap="square" lIns="0" tIns="0" rIns="0" bIns="8640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6" y="1304765"/>
            <a:ext cx="11449051" cy="49690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76520" y="6570339"/>
            <a:ext cx="7200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01.01.2017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4851" y="6570583"/>
            <a:ext cx="82423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Kunde / Thema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32605" y="6570583"/>
            <a:ext cx="289041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fld id="{401A0132-0222-42E9-AC71-EB50CE753378}" type="slidenum">
              <a:rPr lang="de-DE" smtClean="0"/>
              <a:pPr defTabSz="457189"/>
              <a:t>‹Nr.›</a:t>
            </a:fld>
            <a:endParaRPr lang="de-DE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096000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1182052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37147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/>
          <p:cNvSpPr>
            <a:spLocks/>
          </p:cNvSpPr>
          <p:nvPr/>
        </p:nvSpPr>
        <p:spPr bwMode="auto">
          <a:xfrm>
            <a:off x="203418" y="174624"/>
            <a:ext cx="11808583" cy="962133"/>
          </a:xfrm>
          <a:custGeom>
            <a:avLst/>
            <a:gdLst>
              <a:gd name="T0" fmla="*/ 0 w 8370"/>
              <a:gd name="T1" fmla="*/ 0 h 896"/>
              <a:gd name="T2" fmla="*/ 8186 w 8370"/>
              <a:gd name="T3" fmla="*/ 0 h 896"/>
              <a:gd name="T4" fmla="*/ 8370 w 8370"/>
              <a:gd name="T5" fmla="*/ 184 h 896"/>
              <a:gd name="T6" fmla="*/ 8370 w 8370"/>
              <a:gd name="T7" fmla="*/ 896 h 896"/>
              <a:gd name="connsiteX0" fmla="*/ 0 w 10000"/>
              <a:gd name="connsiteY0" fmla="*/ 0 h 10000"/>
              <a:gd name="connsiteX1" fmla="*/ 9780 w 10000"/>
              <a:gd name="connsiteY1" fmla="*/ 0 h 10000"/>
              <a:gd name="connsiteX2" fmla="*/ 10000 w 10000"/>
              <a:gd name="connsiteY2" fmla="*/ 2054 h 10000"/>
              <a:gd name="connsiteX3" fmla="*/ 10000 w 10000"/>
              <a:gd name="connsiteY3" fmla="*/ 10000 h 10000"/>
              <a:gd name="connsiteX0" fmla="*/ 0 w 13456"/>
              <a:gd name="connsiteY0" fmla="*/ 0 h 10000"/>
              <a:gd name="connsiteX1" fmla="*/ 13236 w 13456"/>
              <a:gd name="connsiteY1" fmla="*/ 0 h 10000"/>
              <a:gd name="connsiteX2" fmla="*/ 13456 w 13456"/>
              <a:gd name="connsiteY2" fmla="*/ 2054 h 10000"/>
              <a:gd name="connsiteX3" fmla="*/ 13456 w 13456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56" h="10000">
                <a:moveTo>
                  <a:pt x="0" y="0"/>
                </a:moveTo>
                <a:lnTo>
                  <a:pt x="13236" y="0"/>
                </a:lnTo>
                <a:cubicBezTo>
                  <a:pt x="13365" y="0"/>
                  <a:pt x="13456" y="848"/>
                  <a:pt x="13456" y="2054"/>
                </a:cubicBezTo>
                <a:lnTo>
                  <a:pt x="13456" y="10000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9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693" indent="-266693" algn="l" defTabSz="914377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25" indent="-274632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18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12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05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34">
          <p15:clr>
            <a:srgbClr val="F26B43"/>
          </p15:clr>
        </p15:guide>
        <p15:guide id="11" pos="3840">
          <p15:clr>
            <a:srgbClr val="F26B43"/>
          </p15:clr>
        </p15:guide>
        <p15:guide id="13" pos="7446">
          <p15:clr>
            <a:srgbClr val="F26B43"/>
          </p15:clr>
        </p15:guide>
        <p15:guide id="14" orient="horz" pos="3952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orient="horz" pos="2387">
          <p15:clr>
            <a:srgbClr val="F26B43"/>
          </p15:clr>
        </p15:guide>
        <p15:guide id="18" orient="horz" pos="8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3000"/>
            </a:schemeClr>
          </a:solidFill>
        </p:spPr>
        <p:txBody>
          <a:bodyPr/>
          <a:lstStyle/>
          <a:p>
            <a:r>
              <a:rPr lang="de-DE" sz="3733" dirty="0"/>
              <a:t>Danke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3119683142"/>
      </p:ext>
    </p:extLst>
  </p:cSld>
  <p:clrMapOvr>
    <a:masterClrMapping/>
  </p:clrMapOvr>
</p:sld>
</file>

<file path=ppt/theme/theme1.xml><?xml version="1.0" encoding="utf-8"?>
<a:theme xmlns:a="http://schemas.openxmlformats.org/drawingml/2006/main" name="FAV_16_zu_9">
  <a:themeElements>
    <a:clrScheme name="Benutzerdefiniert 11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AA8C41"/>
      </a:accent1>
      <a:accent2>
        <a:srgbClr val="00416E"/>
      </a:accent2>
      <a:accent3>
        <a:srgbClr val="B2D1E7"/>
      </a:accent3>
      <a:accent4>
        <a:srgbClr val="9DB11E"/>
      </a:accent4>
      <a:accent5>
        <a:srgbClr val="FFBD00"/>
      </a:accent5>
      <a:accent6>
        <a:srgbClr val="B0110E"/>
      </a:accent6>
      <a:hlink>
        <a:srgbClr val="3794A3"/>
      </a:hlink>
      <a:folHlink>
        <a:srgbClr val="7F7F7F"/>
      </a:folHlink>
    </a:clrScheme>
    <a:fontScheme name="Benutzerdefiniert 49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V_16_zu_9.potx" id="{BDF94615-6071-48D1-8EF0-9AE00D3B7A9B}" vid="{553044AF-0FDF-4B2A-9991-ED8259717D2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FAV_16_zu_9</vt:lpstr>
      <vt:lpstr>Danke für Ihre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Wolfram, Nicole</dc:creator>
  <cp:lastModifiedBy>Wolfram, Nicole</cp:lastModifiedBy>
  <cp:revision>3</cp:revision>
  <dcterms:created xsi:type="dcterms:W3CDTF">2018-11-15T13:38:17Z</dcterms:created>
  <dcterms:modified xsi:type="dcterms:W3CDTF">2018-11-15T14:21:09Z</dcterms:modified>
</cp:coreProperties>
</file>