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" y="6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1"/>
          <p:cNvSpPr>
            <a:spLocks noGrp="1"/>
          </p:cNvSpPr>
          <p:nvPr>
            <p:ph type="ctrTitle" hasCustomPrompt="1"/>
          </p:nvPr>
        </p:nvSpPr>
        <p:spPr>
          <a:xfrm>
            <a:off x="0" y="1312863"/>
            <a:ext cx="6408000" cy="2339144"/>
          </a:xfrm>
          <a:prstGeom prst="round1Rect">
            <a:avLst>
              <a:gd name="adj" fmla="val 12138"/>
            </a:avLst>
          </a:prstGeom>
          <a:solidFill>
            <a:schemeClr val="accent1"/>
          </a:solidFill>
        </p:spPr>
        <p:txBody>
          <a:bodyPr lIns="256500" bIns="567000" anchor="b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 einfügen</a:t>
            </a:r>
          </a:p>
        </p:txBody>
      </p:sp>
      <p:sp>
        <p:nvSpPr>
          <p:cNvPr id="7" name="Untertitel 3"/>
          <p:cNvSpPr>
            <a:spLocks noGrp="1"/>
          </p:cNvSpPr>
          <p:nvPr>
            <p:ph type="subTitle" idx="1" hasCustomPrompt="1"/>
          </p:nvPr>
        </p:nvSpPr>
        <p:spPr>
          <a:xfrm>
            <a:off x="360000" y="3020402"/>
            <a:ext cx="5628051" cy="307777"/>
          </a:xfrm>
        </p:spPr>
        <p:txBody>
          <a:bodyPr anchor="b" anchorCtr="0"/>
          <a:lstStyle>
            <a:lvl1pPr marL="0" indent="0" algn="l">
              <a:buFontTx/>
              <a:buNone/>
              <a:defRPr sz="200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de-DE" dirty="0"/>
              <a:t>Untertitel einfügen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345" y="6438013"/>
            <a:ext cx="1740903" cy="263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209028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273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en-GB" dirty="0"/>
          </a:p>
        </p:txBody>
      </p:sp>
      <p:sp>
        <p:nvSpPr>
          <p:cNvPr id="6" name="Titel 1"/>
          <p:cNvSpPr>
            <a:spLocks noGrp="1"/>
          </p:cNvSpPr>
          <p:nvPr>
            <p:ph type="ctrTitle" hasCustomPrompt="1"/>
          </p:nvPr>
        </p:nvSpPr>
        <p:spPr>
          <a:xfrm>
            <a:off x="0" y="1312863"/>
            <a:ext cx="6408000" cy="2339144"/>
          </a:xfrm>
          <a:prstGeom prst="round1Rect">
            <a:avLst>
              <a:gd name="adj" fmla="val 12138"/>
            </a:avLst>
          </a:prstGeom>
          <a:solidFill>
            <a:schemeClr val="accent1"/>
          </a:solidFill>
        </p:spPr>
        <p:txBody>
          <a:bodyPr lIns="256500" bIns="567000" anchor="b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 einfügen</a:t>
            </a:r>
          </a:p>
        </p:txBody>
      </p:sp>
      <p:sp>
        <p:nvSpPr>
          <p:cNvPr id="7" name="Untertitel 3"/>
          <p:cNvSpPr>
            <a:spLocks noGrp="1"/>
          </p:cNvSpPr>
          <p:nvPr>
            <p:ph type="subTitle" idx="1" hasCustomPrompt="1"/>
          </p:nvPr>
        </p:nvSpPr>
        <p:spPr>
          <a:xfrm>
            <a:off x="360000" y="3020402"/>
            <a:ext cx="5628051" cy="307777"/>
          </a:xfrm>
        </p:spPr>
        <p:txBody>
          <a:bodyPr anchor="b" anchorCtr="0"/>
          <a:lstStyle>
            <a:lvl1pPr marL="0" indent="0" algn="l">
              <a:buFontTx/>
              <a:buNone/>
              <a:defRPr sz="200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de-DE" dirty="0"/>
              <a:t>Untertitel einfügen</a:t>
            </a:r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345" y="6438013"/>
            <a:ext cx="1740903" cy="263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85186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ihandform: Form 10"/>
          <p:cNvSpPr>
            <a:spLocks/>
          </p:cNvSpPr>
          <p:nvPr userDrawn="1"/>
        </p:nvSpPr>
        <p:spPr bwMode="auto">
          <a:xfrm>
            <a:off x="-9282" y="1312863"/>
            <a:ext cx="10233743" cy="2342392"/>
          </a:xfrm>
          <a:custGeom>
            <a:avLst/>
            <a:gdLst>
              <a:gd name="connsiteX0" fmla="*/ 0 w 6588225"/>
              <a:gd name="connsiteY0" fmla="*/ 0 h 2173528"/>
              <a:gd name="connsiteX1" fmla="*/ 6394935 w 6588225"/>
              <a:gd name="connsiteY1" fmla="*/ 0 h 2173528"/>
              <a:gd name="connsiteX2" fmla="*/ 6588225 w 6588225"/>
              <a:gd name="connsiteY2" fmla="*/ 202864 h 2173528"/>
              <a:gd name="connsiteX3" fmla="*/ 6588225 w 6588225"/>
              <a:gd name="connsiteY3" fmla="*/ 2173528 h 2173528"/>
              <a:gd name="connsiteX4" fmla="*/ 0 w 6588225"/>
              <a:gd name="connsiteY4" fmla="*/ 214292 h 2173528"/>
              <a:gd name="connsiteX0" fmla="*/ 0 w 6588225"/>
              <a:gd name="connsiteY0" fmla="*/ 214292 h 2173528"/>
              <a:gd name="connsiteX1" fmla="*/ 0 w 6588225"/>
              <a:gd name="connsiteY1" fmla="*/ 0 h 2173528"/>
              <a:gd name="connsiteX2" fmla="*/ 6394935 w 6588225"/>
              <a:gd name="connsiteY2" fmla="*/ 0 h 2173528"/>
              <a:gd name="connsiteX3" fmla="*/ 6588225 w 6588225"/>
              <a:gd name="connsiteY3" fmla="*/ 202864 h 2173528"/>
              <a:gd name="connsiteX4" fmla="*/ 6588225 w 6588225"/>
              <a:gd name="connsiteY4" fmla="*/ 2173528 h 2173528"/>
              <a:gd name="connsiteX5" fmla="*/ 91440 w 6588225"/>
              <a:gd name="connsiteY5" fmla="*/ 305732 h 2173528"/>
              <a:gd name="connsiteX0" fmla="*/ 0 w 6588225"/>
              <a:gd name="connsiteY0" fmla="*/ 214292 h 2173528"/>
              <a:gd name="connsiteX1" fmla="*/ 0 w 6588225"/>
              <a:gd name="connsiteY1" fmla="*/ 0 h 2173528"/>
              <a:gd name="connsiteX2" fmla="*/ 6394935 w 6588225"/>
              <a:gd name="connsiteY2" fmla="*/ 0 h 2173528"/>
              <a:gd name="connsiteX3" fmla="*/ 6588225 w 6588225"/>
              <a:gd name="connsiteY3" fmla="*/ 202864 h 2173528"/>
              <a:gd name="connsiteX4" fmla="*/ 6588225 w 6588225"/>
              <a:gd name="connsiteY4" fmla="*/ 2173528 h 2173528"/>
              <a:gd name="connsiteX0" fmla="*/ 0 w 6588225"/>
              <a:gd name="connsiteY0" fmla="*/ 0 h 2173528"/>
              <a:gd name="connsiteX1" fmla="*/ 6394935 w 6588225"/>
              <a:gd name="connsiteY1" fmla="*/ 0 h 2173528"/>
              <a:gd name="connsiteX2" fmla="*/ 6588225 w 6588225"/>
              <a:gd name="connsiteY2" fmla="*/ 202864 h 2173528"/>
              <a:gd name="connsiteX3" fmla="*/ 6588225 w 6588225"/>
              <a:gd name="connsiteY3" fmla="*/ 2173528 h 2173528"/>
              <a:gd name="connsiteX0" fmla="*/ 0 w 8786822"/>
              <a:gd name="connsiteY0" fmla="*/ 0 h 2179420"/>
              <a:gd name="connsiteX1" fmla="*/ 8593532 w 8786822"/>
              <a:gd name="connsiteY1" fmla="*/ 5892 h 2179420"/>
              <a:gd name="connsiteX2" fmla="*/ 8786822 w 8786822"/>
              <a:gd name="connsiteY2" fmla="*/ 208756 h 2179420"/>
              <a:gd name="connsiteX3" fmla="*/ 8786822 w 8786822"/>
              <a:gd name="connsiteY3" fmla="*/ 2179420 h 2179420"/>
              <a:gd name="connsiteX0" fmla="*/ 0 w 8786822"/>
              <a:gd name="connsiteY0" fmla="*/ 5892 h 2173528"/>
              <a:gd name="connsiteX1" fmla="*/ 8593532 w 8786822"/>
              <a:gd name="connsiteY1" fmla="*/ 0 h 2173528"/>
              <a:gd name="connsiteX2" fmla="*/ 8786822 w 8786822"/>
              <a:gd name="connsiteY2" fmla="*/ 202864 h 2173528"/>
              <a:gd name="connsiteX3" fmla="*/ 8786822 w 8786822"/>
              <a:gd name="connsiteY3" fmla="*/ 2173528 h 2173528"/>
              <a:gd name="connsiteX0" fmla="*/ 0 w 8792278"/>
              <a:gd name="connsiteY0" fmla="*/ 0 h 2173528"/>
              <a:gd name="connsiteX1" fmla="*/ 8598988 w 8792278"/>
              <a:gd name="connsiteY1" fmla="*/ 0 h 2173528"/>
              <a:gd name="connsiteX2" fmla="*/ 8792278 w 8792278"/>
              <a:gd name="connsiteY2" fmla="*/ 202864 h 2173528"/>
              <a:gd name="connsiteX3" fmla="*/ 8792278 w 8792278"/>
              <a:gd name="connsiteY3" fmla="*/ 2173528 h 2173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792278" h="2173528">
                <a:moveTo>
                  <a:pt x="0" y="0"/>
                </a:moveTo>
                <a:lnTo>
                  <a:pt x="8598988" y="0"/>
                </a:lnTo>
                <a:cubicBezTo>
                  <a:pt x="8712326" y="0"/>
                  <a:pt x="8792278" y="83753"/>
                  <a:pt x="8792278" y="202864"/>
                </a:cubicBezTo>
                <a:lnTo>
                  <a:pt x="8792278" y="2173528"/>
                </a:lnTo>
              </a:path>
            </a:pathLst>
          </a:custGeom>
          <a:noFill/>
          <a:ln w="15875" cap="flat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defTabSz="457189"/>
            <a:endParaRPr lang="de-DE" sz="1867">
              <a:solidFill>
                <a:prstClr val="black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71475" y="3027602"/>
            <a:ext cx="8113051" cy="615553"/>
          </a:xfrm>
        </p:spPr>
        <p:txBody>
          <a:bodyPr wrap="square">
            <a:noAutofit/>
          </a:bodyPr>
          <a:lstStyle>
            <a:lvl1pPr marL="0" indent="0" algn="l">
              <a:buNone/>
              <a:defRPr sz="2000">
                <a:latin typeface="+mj-lt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67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de-DE" dirty="0"/>
              <a:t>Untertitel einfügen</a:t>
            </a:r>
            <a:endParaRPr lang="en-US" dirty="0"/>
          </a:p>
        </p:txBody>
      </p:sp>
      <p:sp>
        <p:nvSpPr>
          <p:cNvPr id="4" name="Titel 3"/>
          <p:cNvSpPr>
            <a:spLocks noGrp="1"/>
          </p:cNvSpPr>
          <p:nvPr>
            <p:ph type="title" hasCustomPrompt="1"/>
          </p:nvPr>
        </p:nvSpPr>
        <p:spPr>
          <a:xfrm>
            <a:off x="360000" y="1312863"/>
            <a:ext cx="8124525" cy="2342392"/>
          </a:xfrm>
        </p:spPr>
        <p:txBody>
          <a:bodyPr lIns="0" bIns="567000" anchor="b">
            <a:noAutofit/>
          </a:bodyPr>
          <a:lstStyle>
            <a:lvl1pPr>
              <a:defRPr sz="4800"/>
            </a:lvl1pPr>
          </a:lstStyle>
          <a:p>
            <a:r>
              <a:rPr lang="de-DE" dirty="0"/>
              <a:t>Titel einfügen</a:t>
            </a:r>
          </a:p>
        </p:txBody>
      </p:sp>
      <p:pic>
        <p:nvPicPr>
          <p:cNvPr id="7" name="Grafik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345" y="6438013"/>
            <a:ext cx="1740903" cy="263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462447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477" y="1304924"/>
            <a:ext cx="11450168" cy="4968875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01.01.2017</a:t>
            </a:r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Kunde / Thema</a:t>
            </a:r>
            <a:endParaRPr lang="de-DE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A0132-0222-42E9-AC71-EB50CE753378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68264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1476" y="1304925"/>
            <a:ext cx="5616575" cy="4968875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3951" y="1304924"/>
            <a:ext cx="5617695" cy="4968875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9" name="Datumsplatzhalt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01.01.2017</a:t>
            </a:r>
            <a:endParaRPr lang="de-DE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Kunde / Thema</a:t>
            </a:r>
            <a:endParaRPr lang="de-DE" dirty="0"/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A0132-0222-42E9-AC71-EB50CE753378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93921777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1476" y="1304925"/>
            <a:ext cx="5616575" cy="4968875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9" name="Datumsplatzhalt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01.01.2017</a:t>
            </a:r>
            <a:endParaRPr lang="de-DE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Kunde / Thema</a:t>
            </a:r>
            <a:endParaRPr lang="de-DE" dirty="0"/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A0132-0222-42E9-AC71-EB50CE753378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6" name="Bildplatzhalter 5"/>
          <p:cNvSpPr>
            <a:spLocks noGrp="1"/>
          </p:cNvSpPr>
          <p:nvPr>
            <p:ph type="pic" sz="quarter" idx="13"/>
          </p:nvPr>
        </p:nvSpPr>
        <p:spPr>
          <a:xfrm>
            <a:off x="6203950" y="1304925"/>
            <a:ext cx="5616575" cy="49688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83346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rei 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1477" y="164565"/>
            <a:ext cx="11449049" cy="972192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1476" y="1304925"/>
            <a:ext cx="3636000" cy="4968875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78000" y="1304928"/>
            <a:ext cx="3636000" cy="4968873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9" name="Inhaltsplatzhalter 8"/>
          <p:cNvSpPr>
            <a:spLocks noGrp="1"/>
          </p:cNvSpPr>
          <p:nvPr>
            <p:ph sz="quarter" idx="13"/>
          </p:nvPr>
        </p:nvSpPr>
        <p:spPr>
          <a:xfrm>
            <a:off x="8184525" y="1304925"/>
            <a:ext cx="3636000" cy="4968875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8" name="Datumsplatzhalter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DE"/>
              <a:t>01.01.2017</a:t>
            </a:r>
            <a:endParaRPr lang="de-DE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/>
              <a:t>Kunde / Thema</a:t>
            </a:r>
            <a:endParaRPr lang="de-DE" dirty="0"/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01A0132-0222-42E9-AC71-EB50CE753378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23975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wei Reih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1477" y="164565"/>
            <a:ext cx="11449049" cy="972192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1477" y="1304925"/>
            <a:ext cx="11450169" cy="2376000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1477" y="3897800"/>
            <a:ext cx="11450169" cy="2376000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8" name="Datumsplatzhalt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01.01.2017</a:t>
            </a:r>
            <a:endParaRPr lang="de-DE" dirty="0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Kunde / Thema</a:t>
            </a:r>
            <a:endParaRPr lang="de-DE" dirty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A0132-0222-42E9-AC71-EB50CE753378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72803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er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1477" y="164565"/>
            <a:ext cx="11449049" cy="972192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1476" y="1304925"/>
            <a:ext cx="5616575" cy="2376000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1476" y="3895023"/>
            <a:ext cx="5616575" cy="2376000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8" name="Datumsplatzhalt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01.01.2017</a:t>
            </a:r>
            <a:endParaRPr lang="de-DE" dirty="0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Kunde / Thema</a:t>
            </a:r>
            <a:endParaRPr lang="de-DE" dirty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A0132-0222-42E9-AC71-EB50CE753378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1" name="Inhaltsplatzhalter 10"/>
          <p:cNvSpPr>
            <a:spLocks noGrp="1"/>
          </p:cNvSpPr>
          <p:nvPr>
            <p:ph sz="quarter" idx="14"/>
          </p:nvPr>
        </p:nvSpPr>
        <p:spPr>
          <a:xfrm>
            <a:off x="6204013" y="3895023"/>
            <a:ext cx="5618319" cy="2376000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3" name="Inhaltsplatzhalter 12"/>
          <p:cNvSpPr>
            <a:spLocks noGrp="1"/>
          </p:cNvSpPr>
          <p:nvPr>
            <p:ph sz="quarter" idx="15"/>
          </p:nvPr>
        </p:nvSpPr>
        <p:spPr>
          <a:xfrm>
            <a:off x="6204013" y="1304925"/>
            <a:ext cx="5618319" cy="2376000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143594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ld Inhalt vo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3"/>
          </p:nvPr>
        </p:nvSpPr>
        <p:spPr>
          <a:xfrm>
            <a:off x="371477" y="1304925"/>
            <a:ext cx="11449048" cy="49688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DE"/>
              <a:t>01.01.2017</a:t>
            </a:r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/>
              <a:t>Kunde / Thema</a:t>
            </a:r>
            <a:endParaRPr lang="de-DE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01A0132-0222-42E9-AC71-EB50CE753378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21186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ild Vollform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/>
          <p:cNvSpPr>
            <a:spLocks noGrp="1"/>
          </p:cNvSpPr>
          <p:nvPr>
            <p:ph type="pic" sz="quarter" idx="13"/>
          </p:nvPr>
        </p:nvSpPr>
        <p:spPr>
          <a:xfrm>
            <a:off x="0" y="2"/>
            <a:ext cx="12192000" cy="685799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000" y="190735"/>
            <a:ext cx="11798083" cy="946619"/>
          </a:xfrm>
          <a:prstGeom prst="round1Rect">
            <a:avLst>
              <a:gd name="adj" fmla="val 19081"/>
            </a:avLst>
          </a:prstGeom>
          <a:solidFill>
            <a:schemeClr val="bg1"/>
          </a:solidFill>
          <a:ln>
            <a:noFill/>
          </a:ln>
        </p:spPr>
        <p:txBody>
          <a:bodyPr lIns="135000" tIns="35100"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71601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01.01.2017</a:t>
            </a:r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Kunde / Thema</a:t>
            </a:r>
            <a:endParaRPr lang="de-DE" dirty="0"/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A0132-0222-42E9-AC71-EB50CE753378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514510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01.01.2017</a:t>
            </a:r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Kunde / Thema</a:t>
            </a: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A0132-0222-42E9-AC71-EB50CE753378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35177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1477" y="164565"/>
            <a:ext cx="11449049" cy="972192"/>
          </a:xfrm>
          <a:prstGeom prst="rect">
            <a:avLst/>
          </a:prstGeom>
        </p:spPr>
        <p:txBody>
          <a:bodyPr vert="horz" wrap="square" lIns="0" tIns="0" rIns="0" bIns="86400" rtlCol="0" anchor="b">
            <a:noAutofit/>
          </a:bodyPr>
          <a:lstStyle/>
          <a:p>
            <a:r>
              <a:rPr lang="de-DE" dirty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1476" y="1304765"/>
            <a:ext cx="11449051" cy="496903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776520" y="6570339"/>
            <a:ext cx="720000" cy="1231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800">
                <a:solidFill>
                  <a:sysClr val="windowText" lastClr="000000"/>
                </a:solidFill>
                <a:latin typeface="+mj-lt"/>
              </a:defRPr>
            </a:lvl1pPr>
          </a:lstStyle>
          <a:p>
            <a:pPr defTabSz="457189"/>
            <a:r>
              <a:rPr lang="de-DE"/>
              <a:t>01.01.2017</a:t>
            </a:r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74851" y="6570583"/>
            <a:ext cx="8242300" cy="1231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ctr">
              <a:defRPr sz="800">
                <a:solidFill>
                  <a:sysClr val="windowText" lastClr="000000"/>
                </a:solidFill>
                <a:latin typeface="+mj-lt"/>
              </a:defRPr>
            </a:lvl1pPr>
          </a:lstStyle>
          <a:p>
            <a:pPr defTabSz="457189"/>
            <a:r>
              <a:rPr lang="de-DE"/>
              <a:t>Kunde / Thema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32605" y="6570583"/>
            <a:ext cx="289041" cy="1231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800">
                <a:solidFill>
                  <a:sysClr val="windowText" lastClr="000000"/>
                </a:solidFill>
                <a:latin typeface="+mj-lt"/>
              </a:defRPr>
            </a:lvl1pPr>
          </a:lstStyle>
          <a:p>
            <a:pPr defTabSz="457189"/>
            <a:fld id="{401A0132-0222-42E9-AC71-EB50CE753378}" type="slidenum">
              <a:rPr lang="de-DE" smtClean="0"/>
              <a:pPr defTabSz="457189"/>
              <a:t>‹Nr.›</a:t>
            </a:fld>
            <a:endParaRPr lang="de-DE" dirty="0"/>
          </a:p>
        </p:txBody>
      </p:sp>
      <p:cxnSp>
        <p:nvCxnSpPr>
          <p:cNvPr id="9" name="Gerader Verbinder 8"/>
          <p:cNvCxnSpPr/>
          <p:nvPr/>
        </p:nvCxnSpPr>
        <p:spPr>
          <a:xfrm>
            <a:off x="6096000" y="-149684"/>
            <a:ext cx="0" cy="144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Gerader Verbinder 9"/>
          <p:cNvCxnSpPr/>
          <p:nvPr/>
        </p:nvCxnSpPr>
        <p:spPr>
          <a:xfrm>
            <a:off x="11820525" y="-149684"/>
            <a:ext cx="0" cy="144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r Verbinder 10"/>
          <p:cNvCxnSpPr/>
          <p:nvPr/>
        </p:nvCxnSpPr>
        <p:spPr>
          <a:xfrm>
            <a:off x="371475" y="-149684"/>
            <a:ext cx="0" cy="144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/>
          <p:cNvCxnSpPr/>
          <p:nvPr/>
        </p:nvCxnSpPr>
        <p:spPr>
          <a:xfrm rot="16200000">
            <a:off x="-72679" y="3717040"/>
            <a:ext cx="0" cy="144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4"/>
          <p:cNvCxnSpPr/>
          <p:nvPr/>
        </p:nvCxnSpPr>
        <p:spPr>
          <a:xfrm rot="16200000">
            <a:off x="-72679" y="1232764"/>
            <a:ext cx="0" cy="144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r Verbinder 15"/>
          <p:cNvCxnSpPr/>
          <p:nvPr/>
        </p:nvCxnSpPr>
        <p:spPr>
          <a:xfrm rot="16200000">
            <a:off x="-72679" y="6201800"/>
            <a:ext cx="0" cy="144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22"/>
          <p:cNvCxnSpPr/>
          <p:nvPr/>
        </p:nvCxnSpPr>
        <p:spPr>
          <a:xfrm rot="16200000">
            <a:off x="-72679" y="3717040"/>
            <a:ext cx="0" cy="144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3"/>
          <p:cNvCxnSpPr/>
          <p:nvPr/>
        </p:nvCxnSpPr>
        <p:spPr>
          <a:xfrm rot="16200000">
            <a:off x="-72679" y="1232764"/>
            <a:ext cx="0" cy="144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Gerader Verbinder 24"/>
          <p:cNvCxnSpPr/>
          <p:nvPr/>
        </p:nvCxnSpPr>
        <p:spPr>
          <a:xfrm rot="16200000">
            <a:off x="-72679" y="6201800"/>
            <a:ext cx="0" cy="144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Freeform 5"/>
          <p:cNvSpPr>
            <a:spLocks/>
          </p:cNvSpPr>
          <p:nvPr/>
        </p:nvSpPr>
        <p:spPr bwMode="auto">
          <a:xfrm>
            <a:off x="203418" y="174624"/>
            <a:ext cx="11808583" cy="962133"/>
          </a:xfrm>
          <a:custGeom>
            <a:avLst/>
            <a:gdLst>
              <a:gd name="T0" fmla="*/ 0 w 8370"/>
              <a:gd name="T1" fmla="*/ 0 h 896"/>
              <a:gd name="T2" fmla="*/ 8186 w 8370"/>
              <a:gd name="T3" fmla="*/ 0 h 896"/>
              <a:gd name="T4" fmla="*/ 8370 w 8370"/>
              <a:gd name="T5" fmla="*/ 184 h 896"/>
              <a:gd name="T6" fmla="*/ 8370 w 8370"/>
              <a:gd name="T7" fmla="*/ 896 h 896"/>
              <a:gd name="connsiteX0" fmla="*/ 0 w 10000"/>
              <a:gd name="connsiteY0" fmla="*/ 0 h 10000"/>
              <a:gd name="connsiteX1" fmla="*/ 9780 w 10000"/>
              <a:gd name="connsiteY1" fmla="*/ 0 h 10000"/>
              <a:gd name="connsiteX2" fmla="*/ 10000 w 10000"/>
              <a:gd name="connsiteY2" fmla="*/ 2054 h 10000"/>
              <a:gd name="connsiteX3" fmla="*/ 10000 w 10000"/>
              <a:gd name="connsiteY3" fmla="*/ 10000 h 10000"/>
              <a:gd name="connsiteX0" fmla="*/ 0 w 13456"/>
              <a:gd name="connsiteY0" fmla="*/ 0 h 10000"/>
              <a:gd name="connsiteX1" fmla="*/ 13236 w 13456"/>
              <a:gd name="connsiteY1" fmla="*/ 0 h 10000"/>
              <a:gd name="connsiteX2" fmla="*/ 13456 w 13456"/>
              <a:gd name="connsiteY2" fmla="*/ 2054 h 10000"/>
              <a:gd name="connsiteX3" fmla="*/ 13456 w 13456"/>
              <a:gd name="connsiteY3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456" h="10000">
                <a:moveTo>
                  <a:pt x="0" y="0"/>
                </a:moveTo>
                <a:lnTo>
                  <a:pt x="13236" y="0"/>
                </a:lnTo>
                <a:cubicBezTo>
                  <a:pt x="13365" y="0"/>
                  <a:pt x="13456" y="848"/>
                  <a:pt x="13456" y="2054"/>
                </a:cubicBezTo>
                <a:lnTo>
                  <a:pt x="13456" y="10000"/>
                </a:lnTo>
              </a:path>
            </a:pathLst>
          </a:custGeom>
          <a:noFill/>
          <a:ln w="15875" cap="flat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457189"/>
            <a:endParaRPr lang="de-DE" sz="1867">
              <a:solidFill>
                <a:prstClr val="black"/>
              </a:solidFill>
            </a:endParaRPr>
          </a:p>
        </p:txBody>
      </p:sp>
      <p:pic>
        <p:nvPicPr>
          <p:cNvPr id="20" name="Grafik 19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345" y="6438013"/>
            <a:ext cx="1740903" cy="263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992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2667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66693" indent="-266693" algn="l" defTabSz="914377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&gt;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41325" indent="-274632" algn="l" defTabSz="914377" rtl="0" eaLnBrk="1" latinLnBrk="0" hangingPunct="1">
        <a:lnSpc>
          <a:spcPct val="100000"/>
        </a:lnSpc>
        <a:spcBef>
          <a:spcPts val="300"/>
        </a:spcBef>
        <a:buClr>
          <a:schemeClr val="accent1"/>
        </a:buClr>
        <a:buFont typeface="Arial" panose="020B0604020202020204" pitchFamily="34" charset="0"/>
        <a:buChar char="&gt;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08018" indent="-266693" algn="l" defTabSz="914377" rtl="0" eaLnBrk="1" latinLnBrk="0" hangingPunct="1">
        <a:lnSpc>
          <a:spcPct val="100000"/>
        </a:lnSpc>
        <a:spcBef>
          <a:spcPts val="300"/>
        </a:spcBef>
        <a:buClr>
          <a:schemeClr val="accent1"/>
        </a:buClr>
        <a:buFont typeface="Arial" panose="020B0604020202020204" pitchFamily="34" charset="0"/>
        <a:buChar char="&gt;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74712" indent="-266693" algn="l" defTabSz="914377" rtl="0" eaLnBrk="1" latinLnBrk="0" hangingPunct="1">
        <a:lnSpc>
          <a:spcPct val="100000"/>
        </a:lnSpc>
        <a:spcBef>
          <a:spcPts val="300"/>
        </a:spcBef>
        <a:buClr>
          <a:schemeClr val="accent1"/>
        </a:buClr>
        <a:buFont typeface="Arial" panose="020B0604020202020204" pitchFamily="34" charset="0"/>
        <a:buChar char="&gt;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341405" indent="-266693" algn="l" defTabSz="914377" rtl="0" eaLnBrk="1" latinLnBrk="0" hangingPunct="1">
        <a:lnSpc>
          <a:spcPct val="100000"/>
        </a:lnSpc>
        <a:spcBef>
          <a:spcPts val="300"/>
        </a:spcBef>
        <a:buClr>
          <a:schemeClr val="accent1"/>
        </a:buClr>
        <a:buFont typeface="Arial" panose="020B0604020202020204" pitchFamily="34" charset="0"/>
        <a:buChar char="&gt;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2" pos="234">
          <p15:clr>
            <a:srgbClr val="F26B43"/>
          </p15:clr>
        </p15:guide>
        <p15:guide id="11" pos="3840">
          <p15:clr>
            <a:srgbClr val="F26B43"/>
          </p15:clr>
        </p15:guide>
        <p15:guide id="13" pos="7446">
          <p15:clr>
            <a:srgbClr val="F26B43"/>
          </p15:clr>
        </p15:guide>
        <p15:guide id="14" orient="horz" pos="3952">
          <p15:clr>
            <a:srgbClr val="F26B43"/>
          </p15:clr>
        </p15:guide>
        <p15:guide id="15" pos="3772">
          <p15:clr>
            <a:srgbClr val="F26B43"/>
          </p15:clr>
        </p15:guide>
        <p15:guide id="16" pos="3908">
          <p15:clr>
            <a:srgbClr val="F26B43"/>
          </p15:clr>
        </p15:guide>
        <p15:guide id="17" orient="horz" pos="2387">
          <p15:clr>
            <a:srgbClr val="F26B43"/>
          </p15:clr>
        </p15:guide>
        <p15:guide id="18" orient="horz" pos="82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dplatzhalter 2"/>
          <p:cNvPicPr>
            <a:picLocks noGrp="1" noChangeAspect="1"/>
          </p:cNvPicPr>
          <p:nvPr>
            <p:ph type="pic"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02" b="7802"/>
          <a:stretch>
            <a:fillRect/>
          </a:stretch>
        </p:blipFill>
        <p:spPr/>
      </p:pic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4267" dirty="0"/>
              <a:t>Pause</a:t>
            </a:r>
          </a:p>
        </p:txBody>
      </p:sp>
    </p:spTree>
    <p:extLst>
      <p:ext uri="{BB962C8B-B14F-4D97-AF65-F5344CB8AC3E}">
        <p14:creationId xmlns:p14="http://schemas.microsoft.com/office/powerpoint/2010/main" val="526516656"/>
      </p:ext>
    </p:extLst>
  </p:cSld>
  <p:clrMapOvr>
    <a:masterClrMapping/>
  </p:clrMapOvr>
</p:sld>
</file>

<file path=ppt/theme/theme1.xml><?xml version="1.0" encoding="utf-8"?>
<a:theme xmlns:a="http://schemas.openxmlformats.org/drawingml/2006/main" name="FAV_16_zu_9">
  <a:themeElements>
    <a:clrScheme name="Benutzerdefiniert 114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AA8C41"/>
      </a:accent1>
      <a:accent2>
        <a:srgbClr val="00416E"/>
      </a:accent2>
      <a:accent3>
        <a:srgbClr val="B2D1E7"/>
      </a:accent3>
      <a:accent4>
        <a:srgbClr val="9DB11E"/>
      </a:accent4>
      <a:accent5>
        <a:srgbClr val="FFBD00"/>
      </a:accent5>
      <a:accent6>
        <a:srgbClr val="B0110E"/>
      </a:accent6>
      <a:hlink>
        <a:srgbClr val="3794A3"/>
      </a:hlink>
      <a:folHlink>
        <a:srgbClr val="7F7F7F"/>
      </a:folHlink>
    </a:clrScheme>
    <a:fontScheme name="Benutzerdefiniert 49">
      <a:majorFont>
        <a:latin typeface="Arial Narrow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DAV_16_zu_9.potx" id="{BDF94615-6071-48D1-8EF0-9AE00D3B7A9B}" vid="{553044AF-0FDF-4B2A-9991-ED8259717D2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Breitbild</PresentationFormat>
  <Paragraphs>1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4" baseType="lpstr">
      <vt:lpstr>Arial</vt:lpstr>
      <vt:lpstr>Arial Narrow</vt:lpstr>
      <vt:lpstr>FAV_16_zu_9</vt:lpstr>
      <vt:lpstr>Pause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Wolfram, Nicole</dc:creator>
  <cp:lastModifiedBy>Wolfram, Nicole</cp:lastModifiedBy>
  <cp:revision>3</cp:revision>
  <dcterms:created xsi:type="dcterms:W3CDTF">2018-11-15T13:38:17Z</dcterms:created>
  <dcterms:modified xsi:type="dcterms:W3CDTF">2018-11-15T14:21:33Z</dcterms:modified>
</cp:coreProperties>
</file>